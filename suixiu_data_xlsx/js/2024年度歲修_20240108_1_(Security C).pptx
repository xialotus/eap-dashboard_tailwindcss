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8" r:id="rId3"/>
    <p:sldMasterId id="2147483676" r:id="rId4"/>
  </p:sldMasterIdLst>
  <p:notesMasterIdLst>
    <p:notesMasterId r:id="rId8"/>
  </p:notesMasterIdLst>
  <p:sldIdLst>
    <p:sldId id="268" r:id="rId5"/>
    <p:sldId id="271" r:id="rId6"/>
    <p:sldId id="270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76" d="100"/>
          <a:sy n="76" d="100"/>
        </p:scale>
        <p:origin x="4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23095-5EE4-48E8-BF64-F252BA44DAF2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B2684-53A1-4378-84FF-1D6CEA03A2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96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43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9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52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00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38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08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69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2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0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28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94773" indent="-277138">
              <a:buFont typeface="Arial"/>
              <a:buChar char="•"/>
              <a:tabLst/>
              <a:defRPr b="1"/>
            </a:lvl1pPr>
            <a:lvl2pPr marL="599902" indent="-299950">
              <a:buFont typeface="Arial"/>
              <a:buChar char="•"/>
              <a:defRPr b="1"/>
            </a:lvl2pPr>
            <a:lvl3pPr marL="857004" indent="-214251">
              <a:buFont typeface="Arial"/>
              <a:buChar char="•"/>
              <a:defRPr b="0" baseline="0"/>
            </a:lvl3pPr>
            <a:lvl4pPr marL="1071255" indent="-214251">
              <a:buFont typeface="Arial"/>
              <a:buChar char="•"/>
              <a:defRPr baseline="0"/>
            </a:lvl4pPr>
            <a:lvl5pPr marL="2448887" indent="-272099">
              <a:buFontTx/>
              <a:buBlip>
                <a:blip r:embed="rId2"/>
              </a:buBlip>
              <a:defRPr baseline="0"/>
            </a:lvl5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525607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27383" y="980730"/>
            <a:ext cx="5467020" cy="5196235"/>
          </a:xfrm>
        </p:spPr>
        <p:txBody>
          <a:bodyPr/>
          <a:lstStyle>
            <a:lvl3pPr marL="857004">
              <a:defRPr/>
            </a:lvl3pPr>
            <a:lvl4pPr marL="1071255">
              <a:defRPr/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3" hasCustomPrompt="1"/>
          </p:nvPr>
        </p:nvSpPr>
        <p:spPr>
          <a:xfrm>
            <a:off x="6133594" y="980730"/>
            <a:ext cx="5467020" cy="5196235"/>
          </a:xfrm>
        </p:spPr>
        <p:txBody>
          <a:bodyPr/>
          <a:lstStyle>
            <a:lvl3pPr marL="857004">
              <a:defRPr/>
            </a:lvl3pPr>
            <a:lvl4pPr marL="1071255">
              <a:defRPr/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560268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7412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clude th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7" y="332656"/>
            <a:ext cx="4245703" cy="1152128"/>
          </a:xfrm>
        </p:spPr>
        <p:txBody>
          <a:bodyPr anchor="b"/>
          <a:lstStyle>
            <a:lvl1pPr>
              <a:defRPr sz="5068"/>
            </a:lvl1pPr>
          </a:lstStyle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722" y="987432"/>
            <a:ext cx="6416893" cy="4873625"/>
          </a:xfrm>
        </p:spPr>
        <p:txBody>
          <a:bodyPr/>
          <a:lstStyle>
            <a:lvl1pPr>
              <a:defRPr sz="3867"/>
            </a:lvl1pPr>
            <a:lvl2pPr>
              <a:defRPr sz="3333" baseline="0"/>
            </a:lvl2pPr>
            <a:lvl3pPr>
              <a:defRPr sz="2800" baseline="0"/>
            </a:lvl3pPr>
            <a:lvl4pPr marL="1071255">
              <a:defRPr sz="2401"/>
            </a:lvl4pPr>
            <a:lvl5pPr>
              <a:defRPr sz="2401"/>
            </a:lvl5pPr>
            <a:lvl6pPr>
              <a:defRPr sz="2401"/>
            </a:lvl6pPr>
            <a:lvl7pPr>
              <a:defRPr sz="2401"/>
            </a:lvl7pPr>
            <a:lvl8pPr>
              <a:defRPr sz="2401"/>
            </a:lvl8pPr>
            <a:lvl9pPr>
              <a:defRPr sz="2401"/>
            </a:lvl9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387" y="1556797"/>
            <a:ext cx="4245703" cy="4312196"/>
          </a:xfrm>
        </p:spPr>
        <p:txBody>
          <a:bodyPr/>
          <a:lstStyle>
            <a:lvl1pPr marL="0" indent="0">
              <a:buNone/>
              <a:defRPr sz="1868"/>
            </a:lvl1pPr>
            <a:lvl2pPr marL="544197" indent="0">
              <a:buNone/>
              <a:defRPr sz="1733"/>
            </a:lvl2pPr>
            <a:lvl3pPr marL="1088394" indent="0">
              <a:buNone/>
              <a:defRPr sz="1467"/>
            </a:lvl3pPr>
            <a:lvl4pPr marL="1632591" indent="0">
              <a:buNone/>
              <a:defRPr sz="1200"/>
            </a:lvl4pPr>
            <a:lvl5pPr marL="2176788" indent="0">
              <a:buNone/>
              <a:defRPr sz="1200"/>
            </a:lvl5pPr>
            <a:lvl6pPr marL="2720985" indent="0">
              <a:buNone/>
              <a:defRPr sz="1200"/>
            </a:lvl6pPr>
            <a:lvl7pPr marL="3265182" indent="0">
              <a:buNone/>
              <a:defRPr sz="1200"/>
            </a:lvl7pPr>
            <a:lvl8pPr marL="3809379" indent="0">
              <a:buNone/>
              <a:defRPr sz="1200"/>
            </a:lvl8pPr>
            <a:lvl9pPr marL="4353574" indent="0">
              <a:buNone/>
              <a:defRPr sz="12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5730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the title of th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943877" y="987432"/>
            <a:ext cx="6656740" cy="4873625"/>
          </a:xfrm>
        </p:spPr>
        <p:txBody>
          <a:bodyPr>
            <a:normAutofit/>
          </a:bodyPr>
          <a:lstStyle>
            <a:lvl1pPr marL="0" indent="0">
              <a:buNone/>
              <a:defRPr sz="2133" b="0"/>
            </a:lvl1pPr>
            <a:lvl2pPr marL="544197" indent="0">
              <a:buNone/>
              <a:defRPr sz="3333"/>
            </a:lvl2pPr>
            <a:lvl3pPr marL="1088394" indent="0">
              <a:buNone/>
              <a:defRPr sz="2800"/>
            </a:lvl3pPr>
            <a:lvl4pPr marL="1632591" indent="0">
              <a:buNone/>
              <a:defRPr sz="2401"/>
            </a:lvl4pPr>
            <a:lvl5pPr marL="2176788" indent="0">
              <a:buNone/>
              <a:defRPr sz="2401"/>
            </a:lvl5pPr>
            <a:lvl6pPr marL="2720985" indent="0">
              <a:buNone/>
              <a:defRPr sz="2401"/>
            </a:lvl6pPr>
            <a:lvl7pPr marL="3265182" indent="0">
              <a:buNone/>
              <a:defRPr sz="2401"/>
            </a:lvl7pPr>
            <a:lvl8pPr marL="3809379" indent="0">
              <a:buNone/>
              <a:defRPr sz="2401"/>
            </a:lvl8pPr>
            <a:lvl9pPr marL="4353574" indent="0">
              <a:buNone/>
              <a:defRPr sz="2401"/>
            </a:lvl9pPr>
          </a:lstStyle>
          <a:p>
            <a:endParaRPr kumimoji="1"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27387" y="332656"/>
            <a:ext cx="4245703" cy="1152128"/>
          </a:xfrm>
        </p:spPr>
        <p:txBody>
          <a:bodyPr anchor="b"/>
          <a:lstStyle>
            <a:lvl1pPr>
              <a:defRPr sz="5068"/>
            </a:lvl1pPr>
          </a:lstStyle>
          <a:p>
            <a:endParaRPr kumimoji="1"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387" y="1556797"/>
            <a:ext cx="4245703" cy="4312196"/>
          </a:xfrm>
        </p:spPr>
        <p:txBody>
          <a:bodyPr/>
          <a:lstStyle>
            <a:lvl1pPr marL="0" indent="0">
              <a:buNone/>
              <a:defRPr sz="1868"/>
            </a:lvl1pPr>
            <a:lvl2pPr marL="544197" indent="0">
              <a:buNone/>
              <a:defRPr sz="1733"/>
            </a:lvl2pPr>
            <a:lvl3pPr marL="1088394" indent="0">
              <a:buNone/>
              <a:defRPr sz="1467"/>
            </a:lvl3pPr>
            <a:lvl4pPr marL="1632591" indent="0">
              <a:buNone/>
              <a:defRPr sz="1200"/>
            </a:lvl4pPr>
            <a:lvl5pPr marL="2176788" indent="0">
              <a:buNone/>
              <a:defRPr sz="1200"/>
            </a:lvl5pPr>
            <a:lvl6pPr marL="2720985" indent="0">
              <a:buNone/>
              <a:defRPr sz="1200"/>
            </a:lvl6pPr>
            <a:lvl7pPr marL="3265182" indent="0">
              <a:buNone/>
              <a:defRPr sz="1200"/>
            </a:lvl7pPr>
            <a:lvl8pPr marL="3809379" indent="0">
              <a:buNone/>
              <a:defRPr sz="1200"/>
            </a:lvl8pPr>
            <a:lvl9pPr marL="4353574" indent="0">
              <a:buNone/>
              <a:defRPr sz="12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4670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792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11429" y="2862064"/>
            <a:ext cx="10465164" cy="243914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068" b="1">
                <a:solidFill>
                  <a:schemeClr val="bg1"/>
                </a:solidFill>
                <a:latin typeface="+mn-lt"/>
                <a:cs typeface="Microsoft JhengHei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93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27381" y="1052737"/>
            <a:ext cx="5467019" cy="5124227"/>
          </a:xfrm>
        </p:spPr>
        <p:txBody>
          <a:bodyPr/>
          <a:lstStyle>
            <a:lvl1pPr marL="348337" indent="-348337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669037" indent="-334520">
              <a:buClr>
                <a:schemeClr val="accent5"/>
              </a:buClr>
              <a:buFont typeface="Arial"/>
              <a:buChar char="•"/>
              <a:defRPr/>
            </a:lvl2pPr>
            <a:lvl3pPr marL="955561" indent="-238995">
              <a:buClr>
                <a:schemeClr val="accent5"/>
              </a:buClr>
              <a:buFont typeface="Arial"/>
              <a:buChar char="•"/>
              <a:defRPr/>
            </a:lvl3pPr>
            <a:lvl4pPr marL="1194555" indent="-238995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3" hasCustomPrompt="1"/>
          </p:nvPr>
        </p:nvSpPr>
        <p:spPr>
          <a:xfrm>
            <a:off x="6133593" y="1052737"/>
            <a:ext cx="5467019" cy="5124227"/>
          </a:xfrm>
        </p:spPr>
        <p:txBody>
          <a:bodyPr/>
          <a:lstStyle>
            <a:lvl1pPr marL="328720" indent="-30910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669037" indent="-334520">
              <a:buClr>
                <a:schemeClr val="accent5"/>
              </a:buClr>
              <a:buFont typeface="Arial"/>
              <a:buChar char="•"/>
              <a:defRPr/>
            </a:lvl2pPr>
            <a:lvl3pPr marL="955561" indent="-238995">
              <a:buClr>
                <a:schemeClr val="accent5"/>
              </a:buClr>
              <a:buFont typeface="Arial"/>
              <a:buChar char="•"/>
              <a:defRPr/>
            </a:lvl3pPr>
            <a:lvl4pPr marL="1194555" indent="-238995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4008803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>
            <a:spLocks noGrp="1"/>
          </p:cNvSpPr>
          <p:nvPr>
            <p:ph idx="1" hasCustomPrompt="1"/>
          </p:nvPr>
        </p:nvSpPr>
        <p:spPr>
          <a:xfrm>
            <a:off x="527443" y="1052737"/>
            <a:ext cx="11073231" cy="5124227"/>
          </a:xfrm>
          <a:prstGeom prst="rect">
            <a:avLst/>
          </a:prstGeom>
        </p:spPr>
        <p:txBody>
          <a:bodyPr vert="horz" lIns="121420" tIns="60710" rIns="121420" bIns="60710" rtlCol="0">
            <a:normAutofit/>
          </a:bodyPr>
          <a:lstStyle/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612000"/>
          </a:xfrm>
          <a:prstGeom prst="rect">
            <a:avLst/>
          </a:prstGeom>
          <a:solidFill>
            <a:srgbClr val="3C4862"/>
          </a:solidFill>
          <a:ln>
            <a:solidFill>
              <a:srgbClr val="3C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432" tIns="60920" rIns="121432" bIns="60920" rtlCol="0" anchor="ctr"/>
          <a:lstStyle/>
          <a:p>
            <a:pPr marL="0" marR="0" lvl="0" indent="0" algn="ctr" defTabSz="12136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443" y="44624"/>
            <a:ext cx="11073231" cy="5435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4802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7212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clude th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447" y="332656"/>
            <a:ext cx="4245703" cy="1152128"/>
          </a:xfrm>
        </p:spPr>
        <p:txBody>
          <a:bodyPr anchor="b"/>
          <a:lstStyle>
            <a:lvl1pPr>
              <a:defRPr sz="5733"/>
            </a:lvl1pPr>
          </a:lstStyle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939" y="987616"/>
            <a:ext cx="6172201" cy="4873625"/>
          </a:xfrm>
        </p:spPr>
        <p:txBody>
          <a:bodyPr/>
          <a:lstStyle>
            <a:lvl1pPr marL="348337" indent="-348337">
              <a:buClr>
                <a:schemeClr val="accent5"/>
              </a:buClr>
              <a:buFont typeface="Arial"/>
              <a:buChar char="•"/>
              <a:tabLst/>
              <a:defRPr sz="4267"/>
            </a:lvl1pPr>
            <a:lvl2pPr marL="669037" indent="-334520">
              <a:buClr>
                <a:schemeClr val="accent5"/>
              </a:buClr>
              <a:buFont typeface="Arial"/>
              <a:buChar char="•"/>
              <a:defRPr sz="3733" baseline="0"/>
            </a:lvl2pPr>
            <a:lvl3pPr marL="955561" indent="-238995">
              <a:buClr>
                <a:schemeClr val="accent5"/>
              </a:buClr>
              <a:buFont typeface="Arial"/>
              <a:buChar char="•"/>
              <a:defRPr sz="3200" baseline="0"/>
            </a:lvl3pPr>
            <a:lvl4pPr marL="1194555" indent="-238995">
              <a:buClr>
                <a:schemeClr val="accent5"/>
              </a:buClr>
              <a:buFont typeface="Arial"/>
              <a:buChar char="•"/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447" y="1556795"/>
            <a:ext cx="4245703" cy="4312196"/>
          </a:xfrm>
        </p:spPr>
        <p:txBody>
          <a:bodyPr/>
          <a:lstStyle>
            <a:lvl1pPr marL="0" indent="0">
              <a:buNone/>
              <a:defRPr sz="2133"/>
            </a:lvl1pPr>
            <a:lvl2pPr marL="606648" indent="0">
              <a:buNone/>
              <a:defRPr sz="2000"/>
            </a:lvl2pPr>
            <a:lvl3pPr marL="1213614" indent="0">
              <a:buNone/>
              <a:defRPr sz="1600"/>
            </a:lvl3pPr>
            <a:lvl4pPr marL="1820414" indent="0">
              <a:buNone/>
              <a:defRPr sz="1467"/>
            </a:lvl4pPr>
            <a:lvl5pPr marL="2427230" indent="0">
              <a:buNone/>
              <a:defRPr sz="1467"/>
            </a:lvl5pPr>
            <a:lvl6pPr marL="3034145" indent="0">
              <a:buNone/>
              <a:defRPr sz="1467"/>
            </a:lvl6pPr>
            <a:lvl7pPr marL="3640824" indent="0">
              <a:buNone/>
              <a:defRPr sz="1467"/>
            </a:lvl7pPr>
            <a:lvl8pPr marL="4247486" indent="0">
              <a:buNone/>
              <a:defRPr sz="1467"/>
            </a:lvl8pPr>
            <a:lvl9pPr marL="4854215" indent="0">
              <a:buNone/>
              <a:defRPr sz="1467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8997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the title of th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943934" y="987616"/>
            <a:ext cx="6412047" cy="4873625"/>
          </a:xfrm>
        </p:spPr>
        <p:txBody>
          <a:bodyPr>
            <a:normAutofit/>
          </a:bodyPr>
          <a:lstStyle>
            <a:lvl1pPr marL="0" indent="0">
              <a:buNone/>
              <a:defRPr sz="2533" b="0"/>
            </a:lvl1pPr>
            <a:lvl2pPr marL="606648" indent="0">
              <a:buNone/>
              <a:defRPr sz="3733"/>
            </a:lvl2pPr>
            <a:lvl3pPr marL="1213614" indent="0">
              <a:buNone/>
              <a:defRPr sz="3200"/>
            </a:lvl3pPr>
            <a:lvl4pPr marL="1820414" indent="0">
              <a:buNone/>
              <a:defRPr sz="2667"/>
            </a:lvl4pPr>
            <a:lvl5pPr marL="2427230" indent="0">
              <a:buNone/>
              <a:defRPr sz="2667"/>
            </a:lvl5pPr>
            <a:lvl6pPr marL="3034145" indent="0">
              <a:buNone/>
              <a:defRPr sz="2667"/>
            </a:lvl6pPr>
            <a:lvl7pPr marL="3640824" indent="0">
              <a:buNone/>
              <a:defRPr sz="2667"/>
            </a:lvl7pPr>
            <a:lvl8pPr marL="4247486" indent="0">
              <a:buNone/>
              <a:defRPr sz="2667"/>
            </a:lvl8pPr>
            <a:lvl9pPr marL="4854215" indent="0">
              <a:buNone/>
              <a:defRPr sz="2667"/>
            </a:lvl9pPr>
          </a:lstStyle>
          <a:p>
            <a:endParaRPr kumimoji="1"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27447" y="332656"/>
            <a:ext cx="4245703" cy="1152128"/>
          </a:xfrm>
        </p:spPr>
        <p:txBody>
          <a:bodyPr anchor="b"/>
          <a:lstStyle>
            <a:lvl1pPr>
              <a:defRPr sz="5733"/>
            </a:lvl1pPr>
          </a:lstStyle>
          <a:p>
            <a:endParaRPr kumimoji="1"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447" y="1556795"/>
            <a:ext cx="4245703" cy="4312196"/>
          </a:xfrm>
        </p:spPr>
        <p:txBody>
          <a:bodyPr/>
          <a:lstStyle>
            <a:lvl1pPr marL="0" indent="0">
              <a:buNone/>
              <a:defRPr sz="2133"/>
            </a:lvl1pPr>
            <a:lvl2pPr marL="606648" indent="0">
              <a:buNone/>
              <a:defRPr sz="2000"/>
            </a:lvl2pPr>
            <a:lvl3pPr marL="1213614" indent="0">
              <a:buNone/>
              <a:defRPr sz="1600"/>
            </a:lvl3pPr>
            <a:lvl4pPr marL="1820414" indent="0">
              <a:buNone/>
              <a:defRPr sz="1467"/>
            </a:lvl4pPr>
            <a:lvl5pPr marL="2427230" indent="0">
              <a:buNone/>
              <a:defRPr sz="1467"/>
            </a:lvl5pPr>
            <a:lvl6pPr marL="3034145" indent="0">
              <a:buNone/>
              <a:defRPr sz="1467"/>
            </a:lvl6pPr>
            <a:lvl7pPr marL="3640824" indent="0">
              <a:buNone/>
              <a:defRPr sz="1467"/>
            </a:lvl7pPr>
            <a:lvl8pPr marL="4247486" indent="0">
              <a:buNone/>
              <a:defRPr sz="1467"/>
            </a:lvl8pPr>
            <a:lvl9pPr marL="4854215" indent="0">
              <a:buNone/>
              <a:defRPr sz="1467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6081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1"/>
          </p:nvPr>
        </p:nvSpPr>
        <p:spPr>
          <a:xfrm>
            <a:off x="634099" y="1208441"/>
            <a:ext cx="10962516" cy="4832987"/>
          </a:xfrm>
        </p:spPr>
        <p:txBody>
          <a:bodyPr/>
          <a:lstStyle>
            <a:lvl1pPr>
              <a:defRPr sz="4933">
                <a:latin typeface="Calibri" pitchFamily="34" charset="0"/>
                <a:ea typeface="微軟正黑體" pitchFamily="34" charset="-120"/>
              </a:defRPr>
            </a:lvl1pPr>
            <a:lvl2pPr>
              <a:defRPr sz="4133">
                <a:latin typeface="Calibri" pitchFamily="34" charset="0"/>
                <a:ea typeface="微軟正黑體" pitchFamily="34" charset="-120"/>
              </a:defRPr>
            </a:lvl2pPr>
            <a:lvl3pPr>
              <a:defRPr sz="3333">
                <a:latin typeface="Calibri" pitchFamily="34" charset="0"/>
                <a:ea typeface="微軟正黑體" pitchFamily="34" charset="-120"/>
              </a:defRPr>
            </a:lvl3pPr>
            <a:lvl4pPr>
              <a:defRPr>
                <a:latin typeface="Calibri" pitchFamily="34" charset="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第三層</a:t>
            </a:r>
          </a:p>
          <a:p>
            <a:pPr lvl="2"/>
            <a:r>
              <a:rPr lang="zh-TW" altLang="en-US" dirty="0"/>
              <a:t>第四層</a:t>
            </a:r>
          </a:p>
          <a:p>
            <a:pPr lvl="3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447465" y="6467801"/>
            <a:ext cx="1368343" cy="359963"/>
          </a:xfrm>
          <a:prstGeom prst="rect">
            <a:avLst/>
          </a:prstGeom>
        </p:spPr>
        <p:txBody>
          <a:bodyPr lIns="121476" tIns="60739" rIns="121476" bIns="60739"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 defTabSz="1615640">
              <a:defRPr/>
            </a:pPr>
            <a:fld id="{E89D62D0-8ED8-4837-A5DA-8DF34D14BFC5}" type="slidenum">
              <a:rPr lang="en-US" altLang="zh-TW" sz="3200" smtClean="0">
                <a:solidFill>
                  <a:prstClr val="black"/>
                </a:solidFill>
              </a:rPr>
              <a:pPr defTabSz="1615640">
                <a:defRPr/>
              </a:pPr>
              <a:t>‹#›</a:t>
            </a:fld>
            <a:endParaRPr lang="en-US" altLang="zh-TW" sz="3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865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lIns="120233" tIns="60106" rIns="120233" bIns="60106"/>
          <a:lstStyle/>
          <a:p>
            <a:pPr defTabSz="1613480"/>
            <a:fld id="{21693BF5-6084-B44A-BF2E-65E83B7EE155}" type="datetimeFigureOut">
              <a:rPr kumimoji="1" lang="zh-TW" altLang="en-US" sz="3200" smtClean="0">
                <a:solidFill>
                  <a:prstClr val="black"/>
                </a:solidFill>
              </a:rPr>
              <a:pPr defTabSz="1613480"/>
              <a:t>2026/1/6</a:t>
            </a:fld>
            <a:endParaRPr kumimoji="1" lang="zh-TW" altLang="en-US" sz="3200" dirty="0">
              <a:solidFill>
                <a:prstClr val="black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96" y="6356352"/>
            <a:ext cx="4114800" cy="365125"/>
          </a:xfrm>
          <a:prstGeom prst="rect">
            <a:avLst/>
          </a:prstGeom>
        </p:spPr>
        <p:txBody>
          <a:bodyPr lIns="120233" tIns="60106" rIns="120233" bIns="60106"/>
          <a:lstStyle/>
          <a:p>
            <a:pPr defTabSz="1613480"/>
            <a:endParaRPr kumimoji="1" lang="zh-TW" altLang="en-US" sz="3200">
              <a:solidFill>
                <a:prstClr val="black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lIns="120233" tIns="60106" rIns="120233" bIns="60106"/>
          <a:lstStyle/>
          <a:p>
            <a:pPr defTabSz="1613480"/>
            <a:fld id="{23401981-BD9F-9C45-8BD1-0E400F768F85}" type="slidenum">
              <a:rPr kumimoji="1" lang="zh-TW" altLang="en-US" sz="3200" smtClean="0">
                <a:solidFill>
                  <a:prstClr val="black"/>
                </a:solidFill>
              </a:rPr>
              <a:pPr defTabSz="1613480"/>
              <a:t>‹#›</a:t>
            </a:fld>
            <a:endParaRPr kumimoji="1" lang="zh-TW" altLang="en-US" sz="320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C4862"/>
          </a:solidFill>
          <a:ln>
            <a:solidFill>
              <a:srgbClr val="3C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0311" tIns="80141" rIns="160311" bIns="80141" rtlCol="0" anchor="ctr"/>
          <a:lstStyle/>
          <a:p>
            <a:pPr marL="0" marR="0" lvl="0" indent="0" algn="ctr" defTabSz="1613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8618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27381" y="1052737"/>
            <a:ext cx="5467019" cy="5124227"/>
          </a:xfrm>
        </p:spPr>
        <p:txBody>
          <a:bodyPr/>
          <a:lstStyle>
            <a:lvl1pPr marL="348337" indent="-348337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669037" indent="-334520">
              <a:buClr>
                <a:schemeClr val="accent5"/>
              </a:buClr>
              <a:buFont typeface="Arial"/>
              <a:buChar char="•"/>
              <a:defRPr/>
            </a:lvl2pPr>
            <a:lvl3pPr marL="955561" indent="-238995">
              <a:buClr>
                <a:schemeClr val="accent5"/>
              </a:buClr>
              <a:buFont typeface="Arial"/>
              <a:buChar char="•"/>
              <a:defRPr/>
            </a:lvl3pPr>
            <a:lvl4pPr marL="1194555" indent="-238995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3" hasCustomPrompt="1"/>
          </p:nvPr>
        </p:nvSpPr>
        <p:spPr>
          <a:xfrm>
            <a:off x="6133593" y="1052737"/>
            <a:ext cx="5467019" cy="5124227"/>
          </a:xfrm>
        </p:spPr>
        <p:txBody>
          <a:bodyPr/>
          <a:lstStyle>
            <a:lvl1pPr marL="328720" indent="-30910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669037" indent="-334520">
              <a:buClr>
                <a:schemeClr val="accent5"/>
              </a:buClr>
              <a:buFont typeface="Arial"/>
              <a:buChar char="•"/>
              <a:defRPr/>
            </a:lvl2pPr>
            <a:lvl3pPr marL="955561" indent="-238995">
              <a:buClr>
                <a:schemeClr val="accent5"/>
              </a:buClr>
              <a:buFont typeface="Arial"/>
              <a:buChar char="•"/>
              <a:defRPr/>
            </a:lvl3pPr>
            <a:lvl4pPr marL="1194555" indent="-238995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6139500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>
            <a:spLocks noGrp="1"/>
          </p:cNvSpPr>
          <p:nvPr>
            <p:ph idx="1" hasCustomPrompt="1"/>
          </p:nvPr>
        </p:nvSpPr>
        <p:spPr>
          <a:xfrm>
            <a:off x="527443" y="1052737"/>
            <a:ext cx="11073231" cy="5124227"/>
          </a:xfrm>
          <a:prstGeom prst="rect">
            <a:avLst/>
          </a:prstGeom>
        </p:spPr>
        <p:txBody>
          <a:bodyPr vert="horz" lIns="121420" tIns="60710" rIns="121420" bIns="60710" rtlCol="0">
            <a:normAutofit/>
          </a:bodyPr>
          <a:lstStyle/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612000"/>
          </a:xfrm>
          <a:prstGeom prst="rect">
            <a:avLst/>
          </a:prstGeom>
          <a:solidFill>
            <a:srgbClr val="3C4862"/>
          </a:solidFill>
          <a:ln>
            <a:solidFill>
              <a:srgbClr val="3C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432" tIns="60920" rIns="121432" bIns="60920" rtlCol="0" anchor="ctr"/>
          <a:lstStyle/>
          <a:p>
            <a:pPr marL="0" marR="0" lvl="0" indent="0" algn="ctr" defTabSz="12136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443" y="44624"/>
            <a:ext cx="11073231" cy="5435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48270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64783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clude th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447" y="332656"/>
            <a:ext cx="4245703" cy="1152128"/>
          </a:xfrm>
        </p:spPr>
        <p:txBody>
          <a:bodyPr anchor="b"/>
          <a:lstStyle>
            <a:lvl1pPr>
              <a:defRPr sz="5733"/>
            </a:lvl1pPr>
          </a:lstStyle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939" y="987616"/>
            <a:ext cx="6172201" cy="4873625"/>
          </a:xfrm>
        </p:spPr>
        <p:txBody>
          <a:bodyPr/>
          <a:lstStyle>
            <a:lvl1pPr marL="348337" indent="-348337">
              <a:buClr>
                <a:schemeClr val="accent5"/>
              </a:buClr>
              <a:buFont typeface="Arial"/>
              <a:buChar char="•"/>
              <a:tabLst/>
              <a:defRPr sz="4267"/>
            </a:lvl1pPr>
            <a:lvl2pPr marL="669037" indent="-334520">
              <a:buClr>
                <a:schemeClr val="accent5"/>
              </a:buClr>
              <a:buFont typeface="Arial"/>
              <a:buChar char="•"/>
              <a:defRPr sz="3733" baseline="0"/>
            </a:lvl2pPr>
            <a:lvl3pPr marL="955561" indent="-238995">
              <a:buClr>
                <a:schemeClr val="accent5"/>
              </a:buClr>
              <a:buFont typeface="Arial"/>
              <a:buChar char="•"/>
              <a:defRPr sz="3200" baseline="0"/>
            </a:lvl3pPr>
            <a:lvl4pPr marL="1194555" indent="-238995">
              <a:buClr>
                <a:schemeClr val="accent5"/>
              </a:buClr>
              <a:buFont typeface="Arial"/>
              <a:buChar char="•"/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447" y="1556795"/>
            <a:ext cx="4245703" cy="4312196"/>
          </a:xfrm>
        </p:spPr>
        <p:txBody>
          <a:bodyPr/>
          <a:lstStyle>
            <a:lvl1pPr marL="0" indent="0">
              <a:buNone/>
              <a:defRPr sz="2133"/>
            </a:lvl1pPr>
            <a:lvl2pPr marL="606648" indent="0">
              <a:buNone/>
              <a:defRPr sz="2000"/>
            </a:lvl2pPr>
            <a:lvl3pPr marL="1213614" indent="0">
              <a:buNone/>
              <a:defRPr sz="1600"/>
            </a:lvl3pPr>
            <a:lvl4pPr marL="1820414" indent="0">
              <a:buNone/>
              <a:defRPr sz="1467"/>
            </a:lvl4pPr>
            <a:lvl5pPr marL="2427230" indent="0">
              <a:buNone/>
              <a:defRPr sz="1467"/>
            </a:lvl5pPr>
            <a:lvl6pPr marL="3034145" indent="0">
              <a:buNone/>
              <a:defRPr sz="1467"/>
            </a:lvl6pPr>
            <a:lvl7pPr marL="3640824" indent="0">
              <a:buNone/>
              <a:defRPr sz="1467"/>
            </a:lvl7pPr>
            <a:lvl8pPr marL="4247486" indent="0">
              <a:buNone/>
              <a:defRPr sz="1467"/>
            </a:lvl8pPr>
            <a:lvl9pPr marL="4854215" indent="0">
              <a:buNone/>
              <a:defRPr sz="1467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15265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the title of th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943934" y="987616"/>
            <a:ext cx="6412047" cy="4873625"/>
          </a:xfrm>
        </p:spPr>
        <p:txBody>
          <a:bodyPr>
            <a:normAutofit/>
          </a:bodyPr>
          <a:lstStyle>
            <a:lvl1pPr marL="0" indent="0">
              <a:buNone/>
              <a:defRPr sz="2533" b="0"/>
            </a:lvl1pPr>
            <a:lvl2pPr marL="606648" indent="0">
              <a:buNone/>
              <a:defRPr sz="3733"/>
            </a:lvl2pPr>
            <a:lvl3pPr marL="1213614" indent="0">
              <a:buNone/>
              <a:defRPr sz="3200"/>
            </a:lvl3pPr>
            <a:lvl4pPr marL="1820414" indent="0">
              <a:buNone/>
              <a:defRPr sz="2667"/>
            </a:lvl4pPr>
            <a:lvl5pPr marL="2427230" indent="0">
              <a:buNone/>
              <a:defRPr sz="2667"/>
            </a:lvl5pPr>
            <a:lvl6pPr marL="3034145" indent="0">
              <a:buNone/>
              <a:defRPr sz="2667"/>
            </a:lvl6pPr>
            <a:lvl7pPr marL="3640824" indent="0">
              <a:buNone/>
              <a:defRPr sz="2667"/>
            </a:lvl7pPr>
            <a:lvl8pPr marL="4247486" indent="0">
              <a:buNone/>
              <a:defRPr sz="2667"/>
            </a:lvl8pPr>
            <a:lvl9pPr marL="4854215" indent="0">
              <a:buNone/>
              <a:defRPr sz="2667"/>
            </a:lvl9pPr>
          </a:lstStyle>
          <a:p>
            <a:endParaRPr kumimoji="1"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27447" y="332656"/>
            <a:ext cx="4245703" cy="1152128"/>
          </a:xfrm>
        </p:spPr>
        <p:txBody>
          <a:bodyPr anchor="b"/>
          <a:lstStyle>
            <a:lvl1pPr>
              <a:defRPr sz="5733"/>
            </a:lvl1pPr>
          </a:lstStyle>
          <a:p>
            <a:endParaRPr kumimoji="1"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447" y="1556795"/>
            <a:ext cx="4245703" cy="4312196"/>
          </a:xfrm>
        </p:spPr>
        <p:txBody>
          <a:bodyPr/>
          <a:lstStyle>
            <a:lvl1pPr marL="0" indent="0">
              <a:buNone/>
              <a:defRPr sz="2133"/>
            </a:lvl1pPr>
            <a:lvl2pPr marL="606648" indent="0">
              <a:buNone/>
              <a:defRPr sz="2000"/>
            </a:lvl2pPr>
            <a:lvl3pPr marL="1213614" indent="0">
              <a:buNone/>
              <a:defRPr sz="1600"/>
            </a:lvl3pPr>
            <a:lvl4pPr marL="1820414" indent="0">
              <a:buNone/>
              <a:defRPr sz="1467"/>
            </a:lvl4pPr>
            <a:lvl5pPr marL="2427230" indent="0">
              <a:buNone/>
              <a:defRPr sz="1467"/>
            </a:lvl5pPr>
            <a:lvl6pPr marL="3034145" indent="0">
              <a:buNone/>
              <a:defRPr sz="1467"/>
            </a:lvl6pPr>
            <a:lvl7pPr marL="3640824" indent="0">
              <a:buNone/>
              <a:defRPr sz="1467"/>
            </a:lvl7pPr>
            <a:lvl8pPr marL="4247486" indent="0">
              <a:buNone/>
              <a:defRPr sz="1467"/>
            </a:lvl8pPr>
            <a:lvl9pPr marL="4854215" indent="0">
              <a:buNone/>
              <a:defRPr sz="1467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78927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1"/>
          </p:nvPr>
        </p:nvSpPr>
        <p:spPr>
          <a:xfrm>
            <a:off x="634099" y="1208441"/>
            <a:ext cx="10962516" cy="4832987"/>
          </a:xfrm>
        </p:spPr>
        <p:txBody>
          <a:bodyPr/>
          <a:lstStyle>
            <a:lvl1pPr>
              <a:defRPr sz="4933">
                <a:latin typeface="Calibri" pitchFamily="34" charset="0"/>
                <a:ea typeface="微軟正黑體" pitchFamily="34" charset="-120"/>
              </a:defRPr>
            </a:lvl1pPr>
            <a:lvl2pPr>
              <a:defRPr sz="4133">
                <a:latin typeface="Calibri" pitchFamily="34" charset="0"/>
                <a:ea typeface="微軟正黑體" pitchFamily="34" charset="-120"/>
              </a:defRPr>
            </a:lvl2pPr>
            <a:lvl3pPr>
              <a:defRPr sz="3333">
                <a:latin typeface="Calibri" pitchFamily="34" charset="0"/>
                <a:ea typeface="微軟正黑體" pitchFamily="34" charset="-120"/>
              </a:defRPr>
            </a:lvl3pPr>
            <a:lvl4pPr>
              <a:defRPr>
                <a:latin typeface="Calibri" pitchFamily="34" charset="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第三層</a:t>
            </a:r>
          </a:p>
          <a:p>
            <a:pPr lvl="2"/>
            <a:r>
              <a:rPr lang="zh-TW" altLang="en-US" dirty="0"/>
              <a:t>第四層</a:t>
            </a:r>
          </a:p>
          <a:p>
            <a:pPr lvl="3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447465" y="6467801"/>
            <a:ext cx="1368343" cy="359963"/>
          </a:xfrm>
          <a:prstGeom prst="rect">
            <a:avLst/>
          </a:prstGeom>
        </p:spPr>
        <p:txBody>
          <a:bodyPr lIns="121476" tIns="60739" rIns="121476" bIns="60739"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 defTabSz="1615640">
              <a:defRPr/>
            </a:pPr>
            <a:fld id="{E89D62D0-8ED8-4837-A5DA-8DF34D14BFC5}" type="slidenum">
              <a:rPr lang="en-US" altLang="zh-TW" sz="3200" smtClean="0">
                <a:solidFill>
                  <a:prstClr val="black"/>
                </a:solidFill>
              </a:rPr>
              <a:pPr defTabSz="1615640">
                <a:defRPr/>
              </a:pPr>
              <a:t>‹#›</a:t>
            </a:fld>
            <a:endParaRPr lang="en-US" altLang="zh-TW" sz="3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4077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lIns="120233" tIns="60106" rIns="120233" bIns="60106"/>
          <a:lstStyle/>
          <a:p>
            <a:pPr defTabSz="1613480"/>
            <a:fld id="{21693BF5-6084-B44A-BF2E-65E83B7EE155}" type="datetimeFigureOut">
              <a:rPr kumimoji="1" lang="zh-TW" altLang="en-US" sz="3200" smtClean="0">
                <a:solidFill>
                  <a:prstClr val="black"/>
                </a:solidFill>
              </a:rPr>
              <a:pPr defTabSz="1613480"/>
              <a:t>2026/1/6</a:t>
            </a:fld>
            <a:endParaRPr kumimoji="1" lang="zh-TW" altLang="en-US" sz="3200" dirty="0">
              <a:solidFill>
                <a:prstClr val="black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96" y="6356352"/>
            <a:ext cx="4114800" cy="365125"/>
          </a:xfrm>
          <a:prstGeom prst="rect">
            <a:avLst/>
          </a:prstGeom>
        </p:spPr>
        <p:txBody>
          <a:bodyPr lIns="120233" tIns="60106" rIns="120233" bIns="60106"/>
          <a:lstStyle/>
          <a:p>
            <a:pPr defTabSz="1613480"/>
            <a:endParaRPr kumimoji="1" lang="zh-TW" altLang="en-US" sz="3200">
              <a:solidFill>
                <a:prstClr val="black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lIns="120233" tIns="60106" rIns="120233" bIns="60106"/>
          <a:lstStyle/>
          <a:p>
            <a:pPr defTabSz="1613480"/>
            <a:fld id="{23401981-BD9F-9C45-8BD1-0E400F768F85}" type="slidenum">
              <a:rPr kumimoji="1" lang="zh-TW" altLang="en-US" sz="3200" smtClean="0">
                <a:solidFill>
                  <a:prstClr val="black"/>
                </a:solidFill>
              </a:rPr>
              <a:pPr defTabSz="1613480"/>
              <a:t>‹#›</a:t>
            </a:fld>
            <a:endParaRPr kumimoji="1" lang="zh-TW" altLang="en-US" sz="320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C4862"/>
          </a:solidFill>
          <a:ln>
            <a:solidFill>
              <a:srgbClr val="3C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0311" tIns="80141" rIns="160311" bIns="80141" rtlCol="0" anchor="ctr"/>
          <a:lstStyle/>
          <a:p>
            <a:pPr marL="0" marR="0" lvl="0" indent="0" algn="ctr" defTabSz="1613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13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E4FE3-E0F2-4BB6-8A23-BFCA0B2F4346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882EA-9424-4FFC-8F53-6D939AFF93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9017000" y="635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>
                <a:solidFill>
                  <a:srgbClr val="808080"/>
                </a:solidFill>
              </a:rPr>
              <a:t>ASE Confidential / Security-C</a:t>
            </a:r>
            <a:endParaRPr lang="zh-TW" altLang="en-US" sz="120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89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27386" y="365125"/>
            <a:ext cx="11073231" cy="543595"/>
          </a:xfrm>
          <a:prstGeom prst="rect">
            <a:avLst/>
          </a:prstGeom>
        </p:spPr>
        <p:txBody>
          <a:bodyPr vert="horz" lIns="108840" tIns="54421" rIns="108840" bIns="54421" rtlCol="0" anchor="ctr">
            <a:noAutofit/>
          </a:bodyPr>
          <a:lstStyle/>
          <a:p>
            <a:endParaRPr kumimoji="1"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386" y="1052737"/>
            <a:ext cx="11073231" cy="5124227"/>
          </a:xfrm>
          <a:prstGeom prst="rect">
            <a:avLst/>
          </a:prstGeom>
        </p:spPr>
        <p:txBody>
          <a:bodyPr vert="horz" lIns="108840" tIns="54421" rIns="108840" bIns="54421" rtlCol="0">
            <a:normAutofit/>
          </a:bodyPr>
          <a:lstStyle/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168566" y="6185979"/>
            <a:ext cx="864097" cy="836712"/>
          </a:xfrm>
          <a:prstGeom prst="rect">
            <a:avLst/>
          </a:prstGeom>
        </p:spPr>
        <p:txBody>
          <a:bodyPr vert="horz" lIns="108840" tIns="54419" rIns="108840" bIns="54419" rtlCol="0" anchor="ctr"/>
          <a:lstStyle>
            <a:defPPr>
              <a:defRPr lang="zh-TW"/>
            </a:defPPr>
            <a:lvl1pPr marL="0" algn="r" defTabSz="914400" rtl="0" eaLnBrk="1" latinLnBrk="0" hangingPunct="1">
              <a:defRPr sz="1000" b="0" i="0" kern="1200" baseline="0">
                <a:solidFill>
                  <a:srgbClr val="A0A1A4"/>
                </a:solidFill>
                <a:latin typeface="+mj-lt"/>
                <a:ea typeface="+mn-ea"/>
                <a:cs typeface="Noto Sans CJK TC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E2719F-92A1-4FFE-81FF-B45F661B4D21}" type="slidenum">
              <a:rPr kumimoji="0" lang="zh-TW" altLang="en-US" sz="1067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TW" sz="1467" b="0" i="0" u="none" strike="noStrike" kern="1200" cap="none" spc="0" normalizeH="0" baseline="0" noProof="0" dirty="0">
                <a:ln>
                  <a:noFill/>
                </a:ln>
                <a:solidFill>
                  <a:srgbClr val="D2D3D4"/>
                </a:solidFill>
                <a:effectLst/>
                <a:uLnTx/>
                <a:uFillTx/>
                <a:latin typeface="Calibri"/>
                <a:ea typeface="微軟正黑體"/>
              </a:rPr>
              <a:t> </a:t>
            </a:r>
            <a:endParaRPr kumimoji="0" lang="zh-TW" altLang="en-US" sz="1467" b="0" i="0" u="none" strike="noStrike" kern="1200" cap="none" spc="0" normalizeH="0" baseline="0" noProof="0" dirty="0">
              <a:ln>
                <a:noFill/>
              </a:ln>
              <a:solidFill>
                <a:srgbClr val="D2D3D4"/>
              </a:solidFill>
              <a:effectLst/>
              <a:uLnTx/>
              <a:uFillTx/>
              <a:latin typeface="Calibri"/>
              <a:ea typeface="微軟正黑體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912313" y="6269060"/>
            <a:ext cx="2741054" cy="392760"/>
          </a:xfrm>
          <a:prstGeom prst="rect">
            <a:avLst/>
          </a:prstGeom>
        </p:spPr>
        <p:txBody>
          <a:bodyPr wrap="none" lIns="145121" tIns="72561" rIns="145121" bIns="72561">
            <a:spAutoFit/>
          </a:bodyPr>
          <a:lstStyle/>
          <a:p>
            <a:pPr marL="0" marR="0" lvl="0" indent="0" algn="l" defTabSz="1451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ASE Confidential / Security-C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01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1088394" rtl="0" eaLnBrk="1" latinLnBrk="0" hangingPunct="1">
        <a:lnSpc>
          <a:spcPct val="90000"/>
        </a:lnSpc>
        <a:spcBef>
          <a:spcPct val="0"/>
        </a:spcBef>
        <a:buNone/>
        <a:defRPr sz="5068" b="1" kern="1200" baseline="0">
          <a:solidFill>
            <a:schemeClr val="bg1"/>
          </a:solidFill>
          <a:latin typeface="+mn-lt"/>
          <a:ea typeface="微軟正黑體" charset="-120"/>
          <a:cs typeface="+mj-cs"/>
        </a:defRPr>
      </a:lvl1pPr>
    </p:titleStyle>
    <p:bodyStyle>
      <a:lvl1pPr marL="294773" indent="-277138" algn="l" defTabSz="1088394" rtl="0" eaLnBrk="1" latinLnBrk="0" hangingPunct="1">
        <a:lnSpc>
          <a:spcPct val="90000"/>
        </a:lnSpc>
        <a:spcBef>
          <a:spcPts val="953"/>
        </a:spcBef>
        <a:buClr>
          <a:schemeClr val="accent5"/>
        </a:buClr>
        <a:buFont typeface="Arial"/>
        <a:buChar char="•"/>
        <a:tabLst/>
        <a:defRPr sz="3867" b="1" kern="1200" baseline="0">
          <a:solidFill>
            <a:schemeClr val="bg1"/>
          </a:solidFill>
          <a:latin typeface="+mn-lt"/>
          <a:ea typeface="微軟正黑體" charset="-120"/>
          <a:cs typeface="+mn-cs"/>
        </a:defRPr>
      </a:lvl1pPr>
      <a:lvl2pPr marL="599902" indent="-299950" algn="l" defTabSz="1088394" rtl="0" eaLnBrk="1" latinLnBrk="0" hangingPunct="1">
        <a:lnSpc>
          <a:spcPct val="90000"/>
        </a:lnSpc>
        <a:spcBef>
          <a:spcPts val="953"/>
        </a:spcBef>
        <a:buClr>
          <a:schemeClr val="accent5"/>
        </a:buClr>
        <a:buFont typeface="Arial"/>
        <a:buChar char="•"/>
        <a:defRPr sz="3200" b="1" kern="1200" baseline="0">
          <a:solidFill>
            <a:schemeClr val="bg1"/>
          </a:solidFill>
          <a:latin typeface="+mn-lt"/>
          <a:ea typeface="微軟正黑體" charset="-120"/>
          <a:cs typeface="+mn-cs"/>
        </a:defRPr>
      </a:lvl2pPr>
      <a:lvl3pPr marL="857004" indent="-214251" algn="l" defTabSz="1088394" rtl="0" eaLnBrk="1" latinLnBrk="0" hangingPunct="1">
        <a:lnSpc>
          <a:spcPct val="90000"/>
        </a:lnSpc>
        <a:spcBef>
          <a:spcPts val="953"/>
        </a:spcBef>
        <a:buClr>
          <a:schemeClr val="accent5"/>
        </a:buClr>
        <a:buFont typeface="Arial"/>
        <a:buChar char="•"/>
        <a:defRPr sz="2533" kern="1200" baseline="0">
          <a:solidFill>
            <a:schemeClr val="bg1"/>
          </a:solidFill>
          <a:latin typeface="+mn-lt"/>
          <a:ea typeface="微軟正黑體" charset="-120"/>
          <a:cs typeface="+mn-cs"/>
        </a:defRPr>
      </a:lvl3pPr>
      <a:lvl4pPr marL="1071255" indent="-214251" algn="l" defTabSz="1088394" rtl="0" eaLnBrk="1" latinLnBrk="0" hangingPunct="1">
        <a:lnSpc>
          <a:spcPct val="90000"/>
        </a:lnSpc>
        <a:spcBef>
          <a:spcPts val="953"/>
        </a:spcBef>
        <a:buClr>
          <a:schemeClr val="accent5"/>
        </a:buClr>
        <a:buFont typeface="Arial"/>
        <a:buChar char="•"/>
        <a:defRPr sz="2133" kern="1200" baseline="0">
          <a:solidFill>
            <a:schemeClr val="bg1"/>
          </a:solidFill>
          <a:latin typeface="+mn-lt"/>
          <a:ea typeface="微軟正黑體" charset="-120"/>
          <a:cs typeface="+mn-cs"/>
        </a:defRPr>
      </a:lvl4pPr>
      <a:lvl5pPr marL="2448887" indent="-272099" algn="l" defTabSz="1088394" rtl="0" eaLnBrk="1" latinLnBrk="0" hangingPunct="1">
        <a:lnSpc>
          <a:spcPct val="90000"/>
        </a:lnSpc>
        <a:spcBef>
          <a:spcPts val="595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993084" indent="-272099" algn="l" defTabSz="1088394" rtl="0" eaLnBrk="1" latinLnBrk="0" hangingPunct="1">
        <a:lnSpc>
          <a:spcPct val="90000"/>
        </a:lnSpc>
        <a:spcBef>
          <a:spcPts val="595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537281" indent="-272099" algn="l" defTabSz="1088394" rtl="0" eaLnBrk="1" latinLnBrk="0" hangingPunct="1">
        <a:lnSpc>
          <a:spcPct val="90000"/>
        </a:lnSpc>
        <a:spcBef>
          <a:spcPts val="595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4081478" indent="-272099" algn="l" defTabSz="1088394" rtl="0" eaLnBrk="1" latinLnBrk="0" hangingPunct="1">
        <a:lnSpc>
          <a:spcPct val="90000"/>
        </a:lnSpc>
        <a:spcBef>
          <a:spcPts val="595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625675" indent="-272099" algn="l" defTabSz="1088394" rtl="0" eaLnBrk="1" latinLnBrk="0" hangingPunct="1">
        <a:lnSpc>
          <a:spcPct val="90000"/>
        </a:lnSpc>
        <a:spcBef>
          <a:spcPts val="595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197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4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591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8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0985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182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379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3574" algn="l" defTabSz="1088394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27443" y="365125"/>
            <a:ext cx="11073231" cy="543595"/>
          </a:xfrm>
          <a:prstGeom prst="rect">
            <a:avLst/>
          </a:prstGeom>
        </p:spPr>
        <p:txBody>
          <a:bodyPr vert="horz" lIns="121420" tIns="60710" rIns="121420" bIns="60710" rtlCol="0" anchor="ctr">
            <a:noAutofit/>
          </a:bodyPr>
          <a:lstStyle/>
          <a:p>
            <a:endParaRPr kumimoji="1"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443" y="1052737"/>
            <a:ext cx="11073231" cy="5124227"/>
          </a:xfrm>
          <a:prstGeom prst="rect">
            <a:avLst/>
          </a:prstGeom>
        </p:spPr>
        <p:txBody>
          <a:bodyPr vert="horz" lIns="121420" tIns="60710" rIns="121420" bIns="60710" rtlCol="0">
            <a:normAutofit/>
          </a:bodyPr>
          <a:lstStyle/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9" name="Slide Number Placeholder 4"/>
          <p:cNvSpPr txBox="1">
            <a:spLocks/>
          </p:cNvSpPr>
          <p:nvPr/>
        </p:nvSpPr>
        <p:spPr>
          <a:xfrm>
            <a:off x="11216569" y="6177221"/>
            <a:ext cx="816091" cy="845727"/>
          </a:xfrm>
          <a:prstGeom prst="rect">
            <a:avLst/>
          </a:prstGeom>
        </p:spPr>
        <p:txBody>
          <a:bodyPr vert="horz" lIns="121429" tIns="60920" rIns="121429" bIns="609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000" b="0" i="0" kern="1200" baseline="0">
                <a:solidFill>
                  <a:srgbClr val="A0A1A4"/>
                </a:solidFill>
                <a:latin typeface="+mj-lt"/>
                <a:ea typeface="+mn-ea"/>
                <a:cs typeface="Noto Sans CJK TC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E2719F-92A1-4FFE-81FF-B45F661B4D2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2D3D4"/>
                </a:solidFill>
                <a:effectLst/>
                <a:uLnTx/>
                <a:uFillTx/>
                <a:latin typeface="Calibri"/>
                <a:ea typeface="微軟正黑體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D2D3D4"/>
                </a:solidFill>
                <a:effectLst/>
                <a:uLnTx/>
                <a:uFillTx/>
                <a:latin typeface="Calibri"/>
                <a:ea typeface="微軟正黑體"/>
              </a:rPr>
              <a:t> 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2D3D4"/>
              </a:solidFill>
              <a:effectLst/>
              <a:uLnTx/>
              <a:uFillTx/>
              <a:latin typeface="Calibri"/>
              <a:ea typeface="微軟正黑體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12335" y="6269313"/>
            <a:ext cx="2973442" cy="430151"/>
          </a:xfrm>
          <a:prstGeom prst="rect">
            <a:avLst/>
          </a:prstGeom>
        </p:spPr>
        <p:txBody>
          <a:bodyPr wrap="none" lIns="161893" tIns="80947" rIns="161893" bIns="80947">
            <a:spAutoFit/>
          </a:bodyPr>
          <a:lstStyle/>
          <a:p>
            <a:pPr marL="0" marR="0" lvl="0" indent="0" algn="l" defTabSz="1618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733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ASE Confidential / Security-C</a:t>
            </a:r>
            <a:endParaRPr kumimoji="0" lang="zh-TW" altLang="en-US" sz="1733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612000"/>
          </a:xfrm>
          <a:prstGeom prst="rect">
            <a:avLst/>
          </a:prstGeom>
          <a:solidFill>
            <a:srgbClr val="3C4862"/>
          </a:solidFill>
          <a:ln>
            <a:solidFill>
              <a:srgbClr val="3C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432" tIns="60920" rIns="121432" bIns="60920" rtlCol="0" anchor="ctr"/>
          <a:lstStyle/>
          <a:p>
            <a:pPr marL="0" marR="0" lvl="0" indent="0" algn="ctr" defTabSz="12136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385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txStyles>
    <p:titleStyle>
      <a:lvl1pPr algn="l" defTabSz="1213614" rtl="0" eaLnBrk="1" latinLnBrk="0" hangingPunct="1">
        <a:lnSpc>
          <a:spcPct val="90000"/>
        </a:lnSpc>
        <a:spcBef>
          <a:spcPct val="0"/>
        </a:spcBef>
        <a:buNone/>
        <a:defRPr sz="5733" b="1" i="0" kern="1200" baseline="0">
          <a:solidFill>
            <a:schemeClr val="tx1"/>
          </a:solidFill>
          <a:latin typeface="+mn-lt"/>
          <a:ea typeface="微軟正黑體" charset="-120"/>
          <a:cs typeface="Microsoft JhengHei" charset="-120"/>
        </a:defRPr>
      </a:lvl1pPr>
    </p:titleStyle>
    <p:bodyStyle>
      <a:lvl1pPr marL="303459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4267" b="1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1pPr>
      <a:lvl2pPr marL="655440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3600" b="1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2pPr>
      <a:lvl3pPr marL="943699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2800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3pPr>
      <a:lvl4pPr marL="1231885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2533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4pPr>
      <a:lvl5pPr marL="2730416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5pPr>
      <a:lvl6pPr marL="3337331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6pPr>
      <a:lvl7pPr marL="3944148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7pPr>
      <a:lvl8pPr marL="4550958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8pPr>
      <a:lvl9pPr marL="5157914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1pPr>
      <a:lvl2pPr marL="606648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2pPr>
      <a:lvl3pPr marL="1213614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3pPr>
      <a:lvl4pPr marL="1820414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4pPr>
      <a:lvl5pPr marL="2427230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5pPr>
      <a:lvl6pPr marL="3034145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6pPr>
      <a:lvl7pPr marL="3640824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7pPr>
      <a:lvl8pPr marL="4247486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8pPr>
      <a:lvl9pPr marL="4854215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27443" y="365125"/>
            <a:ext cx="11073231" cy="543595"/>
          </a:xfrm>
          <a:prstGeom prst="rect">
            <a:avLst/>
          </a:prstGeom>
        </p:spPr>
        <p:txBody>
          <a:bodyPr vert="horz" lIns="121420" tIns="60710" rIns="121420" bIns="60710" rtlCol="0" anchor="ctr">
            <a:noAutofit/>
          </a:bodyPr>
          <a:lstStyle/>
          <a:p>
            <a:endParaRPr kumimoji="1"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443" y="1052737"/>
            <a:ext cx="11073231" cy="5124227"/>
          </a:xfrm>
          <a:prstGeom prst="rect">
            <a:avLst/>
          </a:prstGeom>
        </p:spPr>
        <p:txBody>
          <a:bodyPr vert="horz" lIns="121420" tIns="60710" rIns="121420" bIns="60710" rtlCol="0">
            <a:normAutofit/>
          </a:bodyPr>
          <a:lstStyle/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9" name="Slide Number Placeholder 4"/>
          <p:cNvSpPr txBox="1">
            <a:spLocks/>
          </p:cNvSpPr>
          <p:nvPr/>
        </p:nvSpPr>
        <p:spPr>
          <a:xfrm>
            <a:off x="11216569" y="6177221"/>
            <a:ext cx="816091" cy="845727"/>
          </a:xfrm>
          <a:prstGeom prst="rect">
            <a:avLst/>
          </a:prstGeom>
        </p:spPr>
        <p:txBody>
          <a:bodyPr vert="horz" lIns="121429" tIns="60920" rIns="121429" bIns="609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000" b="0" i="0" kern="1200" baseline="0">
                <a:solidFill>
                  <a:srgbClr val="A0A1A4"/>
                </a:solidFill>
                <a:latin typeface="+mj-lt"/>
                <a:ea typeface="+mn-ea"/>
                <a:cs typeface="Noto Sans CJK TC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E2719F-92A1-4FFE-81FF-B45F661B4D2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2D3D4"/>
                </a:solidFill>
                <a:effectLst/>
                <a:uLnTx/>
                <a:uFillTx/>
                <a:latin typeface="Calibri"/>
                <a:ea typeface="微軟正黑體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D2D3D4"/>
                </a:solidFill>
                <a:effectLst/>
                <a:uLnTx/>
                <a:uFillTx/>
                <a:latin typeface="Calibri"/>
                <a:ea typeface="微軟正黑體"/>
              </a:rPr>
              <a:t> 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2D3D4"/>
              </a:solidFill>
              <a:effectLst/>
              <a:uLnTx/>
              <a:uFillTx/>
              <a:latin typeface="Calibri"/>
              <a:ea typeface="微軟正黑體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12335" y="6269313"/>
            <a:ext cx="2973442" cy="430151"/>
          </a:xfrm>
          <a:prstGeom prst="rect">
            <a:avLst/>
          </a:prstGeom>
        </p:spPr>
        <p:txBody>
          <a:bodyPr wrap="none" lIns="161893" tIns="80947" rIns="161893" bIns="80947">
            <a:spAutoFit/>
          </a:bodyPr>
          <a:lstStyle/>
          <a:p>
            <a:pPr marL="0" marR="0" lvl="0" indent="0" algn="l" defTabSz="1618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733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ASE Confidential / Security-C</a:t>
            </a:r>
            <a:endParaRPr kumimoji="0" lang="zh-TW" altLang="en-US" sz="1733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612000"/>
          </a:xfrm>
          <a:prstGeom prst="rect">
            <a:avLst/>
          </a:prstGeom>
          <a:solidFill>
            <a:srgbClr val="3C4862"/>
          </a:solidFill>
          <a:ln>
            <a:solidFill>
              <a:srgbClr val="3C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432" tIns="60920" rIns="121432" bIns="60920" rtlCol="0" anchor="ctr"/>
          <a:lstStyle/>
          <a:p>
            <a:pPr marL="0" marR="0" lvl="0" indent="0" algn="ctr" defTabSz="12136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65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txStyles>
    <p:titleStyle>
      <a:lvl1pPr algn="l" defTabSz="1213614" rtl="0" eaLnBrk="1" latinLnBrk="0" hangingPunct="1">
        <a:lnSpc>
          <a:spcPct val="90000"/>
        </a:lnSpc>
        <a:spcBef>
          <a:spcPct val="0"/>
        </a:spcBef>
        <a:buNone/>
        <a:defRPr sz="5733" b="1" i="0" kern="1200" baseline="0">
          <a:solidFill>
            <a:schemeClr val="tx1"/>
          </a:solidFill>
          <a:latin typeface="+mn-lt"/>
          <a:ea typeface="微軟正黑體" charset="-120"/>
          <a:cs typeface="Microsoft JhengHei" charset="-120"/>
        </a:defRPr>
      </a:lvl1pPr>
    </p:titleStyle>
    <p:bodyStyle>
      <a:lvl1pPr marL="303459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4267" b="1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1pPr>
      <a:lvl2pPr marL="655440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3600" b="1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2pPr>
      <a:lvl3pPr marL="943699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2800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3pPr>
      <a:lvl4pPr marL="1231885" indent="-303459" algn="l" defTabSz="1213614" rtl="0" eaLnBrk="1" latinLnBrk="0" hangingPunct="1">
        <a:lnSpc>
          <a:spcPct val="90000"/>
        </a:lnSpc>
        <a:spcBef>
          <a:spcPts val="1067"/>
        </a:spcBef>
        <a:buClr>
          <a:schemeClr val="accent5"/>
        </a:buClr>
        <a:buFont typeface="Arial" charset="0"/>
        <a:buChar char="•"/>
        <a:defRPr sz="2533" kern="1200" baseline="0">
          <a:solidFill>
            <a:schemeClr val="tx1"/>
          </a:solidFill>
          <a:latin typeface="+mn-lt"/>
          <a:ea typeface="微軟正黑體" charset="-120"/>
          <a:cs typeface="+mn-cs"/>
        </a:defRPr>
      </a:lvl4pPr>
      <a:lvl5pPr marL="2730416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5pPr>
      <a:lvl6pPr marL="3337331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6pPr>
      <a:lvl7pPr marL="3944148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7pPr>
      <a:lvl8pPr marL="4550958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8pPr>
      <a:lvl9pPr marL="5157914" indent="-303459" algn="l" defTabSz="1213614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1pPr>
      <a:lvl2pPr marL="606648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2pPr>
      <a:lvl3pPr marL="1213614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3pPr>
      <a:lvl4pPr marL="1820414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4pPr>
      <a:lvl5pPr marL="2427230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5pPr>
      <a:lvl6pPr marL="3034145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6pPr>
      <a:lvl7pPr marL="3640824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7pPr>
      <a:lvl8pPr marL="4247486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8pPr>
      <a:lvl9pPr marL="4854215" algn="l" defTabSz="1213614" rtl="0" eaLnBrk="1" latinLnBrk="0" hangingPunct="1">
        <a:defRPr sz="2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726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2024/1/6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年度歲修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-CIM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工作排程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65" y="849609"/>
            <a:ext cx="11435787" cy="585599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81651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726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2024/1/6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年度歲修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出勤</a:t>
            </a:r>
            <a:r>
              <a:rPr kumimoji="0" lang="zh-TW" altLang="en-US" sz="2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TW" sz="2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&amp; </a:t>
            </a:r>
            <a:r>
              <a:rPr kumimoji="0" lang="zh-TW" altLang="en-US" sz="2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復機狀況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76180" y="3453916"/>
            <a:ext cx="1235083" cy="38963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復機狀況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476180" y="1019373"/>
            <a:ext cx="1235083" cy="38963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出勤分佈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43" y="1019373"/>
            <a:ext cx="7630923" cy="210579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43" y="3471876"/>
            <a:ext cx="9854566" cy="311356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8870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726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2024/1/6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年度歲修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lang="zh-TW" altLang="en-US" sz="2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異常</a:t>
            </a:r>
            <a:r>
              <a:rPr lang="en-US" altLang="zh-TW" sz="2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list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8" y="880566"/>
            <a:ext cx="11590502" cy="574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0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ark backgrou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-微軟正黑_英-Calibr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43_Light backgrou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-微軟正黑_英-Calibr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44_Light backgrou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-微軟正黑_英-Calibr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 C</Template>
  <TotalTime>4522</TotalTime>
  <Words>31</Words>
  <Application>Microsoft Office PowerPoint</Application>
  <PresentationFormat>寬螢幕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3</vt:i4>
      </vt:variant>
    </vt:vector>
  </HeadingPairs>
  <TitlesOfParts>
    <vt:vector size="12" baseType="lpstr">
      <vt:lpstr>Microsoft YaHei</vt:lpstr>
      <vt:lpstr>微軟正黑體</vt:lpstr>
      <vt:lpstr>Arial</vt:lpstr>
      <vt:lpstr>Calibri</vt:lpstr>
      <vt:lpstr>Calibri Light</vt:lpstr>
      <vt:lpstr>Office 佈景主題</vt:lpstr>
      <vt:lpstr>2_Dark background</vt:lpstr>
      <vt:lpstr>343_Light background</vt:lpstr>
      <vt:lpstr>344_Light background</vt:lpstr>
      <vt:lpstr>PowerPoint 簡報</vt:lpstr>
      <vt:lpstr>PowerPoint 簡報</vt:lpstr>
      <vt:lpstr>PowerPoint 簡報</vt:lpstr>
    </vt:vector>
  </TitlesOfParts>
  <Company>ASEKH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王利哲</dc:creator>
  <cp:keywords>Security C</cp:keywords>
  <dc:description>Security C</dc:description>
  <cp:lastModifiedBy>王利哲</cp:lastModifiedBy>
  <cp:revision>136</cp:revision>
  <dcterms:created xsi:type="dcterms:W3CDTF">2023-12-14T12:21:47Z</dcterms:created>
  <dcterms:modified xsi:type="dcterms:W3CDTF">2026-01-06T02:07:59Z</dcterms:modified>
</cp:coreProperties>
</file>